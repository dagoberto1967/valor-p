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DE2FF-3AAD-4A79-48CF-5530DB751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0B06E9-1228-5DEA-F823-8A437F040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398403-41C6-99AB-74E8-F7FFB5A9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5B13E8-6E06-2A8A-E554-A91C6C9E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DF0A14-E146-15BA-A4D2-EF0D5338C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094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260A8-661B-D9FB-EB06-2B9C6B94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D75C9E-1C81-9F9F-90B0-22A84F0DB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A48203-37D4-AE12-D820-2D628C13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FAEA01-A0F7-FC56-742D-A2562AFD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71FD10-DA73-F724-EFBE-AFCE6CFE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028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96DD9-7DCB-C3BF-25E0-B4A6A71C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AC02EA-1890-7ED6-1269-20BFAD12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BC6103-D1F9-9BCD-8581-259827A3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5C9007-3B06-4FAD-1F62-0F48F47B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E1126B-33B8-C016-94BB-F1E46A4E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383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3C4BD-3C7B-E0E9-E224-1DA610FE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4E14D7-D0A2-9534-F6FD-331398105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5FDB0D-F02C-2190-D516-C29D277A4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C542F6-3873-E22F-BAF2-E2327B29B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B84845-B7FC-3B2B-D8FA-3BCA035B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10E1B1-62F8-25AB-4F9A-58EA7FB2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155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611B6-3571-8A85-5043-7FA7AF8B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14FE73-6F84-8B13-3106-883563AAC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E49EA8-7DF9-C38A-B848-0A3AF6DDC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D191FE-9CFC-7843-C96B-DE7810AB2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8DA23D-B018-3A9B-6E1C-7B2FC87CA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C756A21-7C05-AFBF-7E0B-40A67BA8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920AF3-A5B4-91C9-C00E-C08C9A84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CA82A33-4B30-7B20-354D-D11753DC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844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A8628-62E1-084D-D72D-98D71D01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AD0C01-EF68-4620-22A2-54033848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9F6FE5-F932-9227-5E47-1D53FE37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F39D87-BB49-4921-32B4-50CB6F84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185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84BB265-7297-09E2-E4CB-846B1F0B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3E20B2-66DA-3C6B-2F24-EDE90ABD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61149E-8AEE-BA02-801B-7DBE530D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6478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1CB8A-3353-BECA-38FD-CAD8BEE8E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AEA610-9F14-2F19-BF33-315759C48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FF7A74-3A3F-00C0-5E68-2ECD11312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68005D-E908-4FEF-29DE-3D539C946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A4A4C7-4DC9-3AF3-7CE9-7866960C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D70383-2E17-EDD2-BC4D-F17591F6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181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C5B38-02E1-5405-A2F8-D3CBE063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101C4E-89AE-F698-562F-CD9910541D1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C0DE60-BAC2-6120-0CDA-643D2B08C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B89770-09C1-2A24-9EAB-3343C1E2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1D2CE0-82CF-4999-C4CB-162C67CB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CDA1B4-A895-D275-5D97-5732C2A8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428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CD55C-40A4-A6E4-7486-C2E9CA79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4450D3-D629-7172-8E66-AE0B67685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339491-2196-0003-947F-222892A8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13D7EE-8D02-6983-0DE2-54FA8E37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879573-72E1-8882-AB58-B0FE291F3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234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003719-DE17-FB49-36D2-B2062A80BF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F93E63-12DA-BD32-467B-FE2DD8F97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84431E-FA5F-8E6F-6DA9-21B580E19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0432EC-7C0B-02BA-AC44-683EBC15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8DA577-4669-99D8-9546-F388B55F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922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BAB2FC-0792-E7A3-64FB-21FA52A2E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63AD21-5C2E-5C0D-D24D-C8C1339BC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9E9064-5AFB-FEAB-2E5B-F07B8F48C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676AE-28E2-4BCE-92FD-C454A7ADEB61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E37FC-54D2-D10E-11FE-6D16A201E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EF82FA-0429-8051-2A57-50460C617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432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BDF0A78-D982-9BF6-9584-7B7036F22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12"/>
            <a:ext cx="12192000" cy="672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6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C721285-A19F-11C9-6F3B-92304EBDC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552450"/>
            <a:ext cx="995362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9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2A4D1B8-246E-8F9D-8564-DEA9265A7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585787"/>
            <a:ext cx="10250386" cy="587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5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30BC823-36CB-996E-3D98-4A42DCD7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595312"/>
            <a:ext cx="99441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28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7CE3AF3-A260-95F5-E1BC-CC1777CA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585787"/>
            <a:ext cx="989647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8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D2CAF44-25EE-40FD-2383-3EBF10EA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74" y="699607"/>
            <a:ext cx="989647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9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865EA93-CB3C-7545-ECCF-189AE230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00075"/>
            <a:ext cx="99060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1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8D7F806-40BE-75FA-FF00-4966A2EE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595312"/>
            <a:ext cx="98679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6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44384C7-0471-08CD-D79C-FE233D21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619125"/>
            <a:ext cx="98393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70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E36C41-4711-FDF9-CF2E-B1B84CB08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609600"/>
            <a:ext cx="983932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54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973E67D-B921-6FAC-D134-983B6A264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595312"/>
            <a:ext cx="984885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78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6F42675-0805-99F9-6ABB-EC7C520CB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609600"/>
            <a:ext cx="983932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8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422F31E-2EB6-E51B-FBC2-B7AF2C446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633412"/>
            <a:ext cx="98774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5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Dagoberto Salgado Horta</dc:creator>
  <cp:lastModifiedBy>Dagoberto Salgado Horta</cp:lastModifiedBy>
  <cp:revision>2</cp:revision>
  <dcterms:created xsi:type="dcterms:W3CDTF">2026-10-26T17:09:09Z</dcterms:created>
  <dcterms:modified xsi:type="dcterms:W3CDTF">2026-10-28T01:09:57Z</dcterms:modified>
</cp:coreProperties>
</file>